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B82F6"/>
                </a:solidFill>
              </a:defRPr>
            </a:pPr>
            <a:r>
              <a:t>HACK DEVENGERS 2.0 • OPEN INNOVATION TRACK</a:t>
            </a:r>
          </a:p>
          <a:p>
            <a:pPr>
              <a:spcAft>
                <a:spcPts val="1200"/>
              </a:spcAft>
              <a:defRPr sz="5000" b="1">
                <a:solidFill>
                  <a:srgbClr val="F8FAFC"/>
                </a:solidFill>
              </a:defRPr>
            </a:pPr>
            <a:r>
              <a:t>LLM Reliability Lab</a:t>
            </a:r>
          </a:p>
          <a:p>
            <a:pPr>
              <a:spcAft>
                <a:spcPts val="2800"/>
              </a:spcAft>
              <a:defRPr sz="2000">
                <a:solidFill>
                  <a:srgbClr val="94A3B8"/>
                </a:solidFill>
              </a:defRPr>
            </a:pPr>
            <a:r>
              <a:t>Automated AI Model Stress-Testing, Hallucination Detection &amp; Security Red-Teaming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Built by: Prateek Yadav (TechPrateek) • Hack Devengers 2.0</a:t>
            </a:r>
          </a:p>
          <a:p>
            <a:pPr>
              <a:defRPr sz="1200">
                <a:solidFill>
                  <a:srgbClr val="3B82F6"/>
                </a:solidFill>
              </a:defRPr>
            </a:pPr>
            <a:r>
              <a:t>Live Demo: https://llm-reliability-lab-seven.vercel.app  |  GitHub: https://github.com/TechPrateek/LLM-Reliability-Lab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Why Blind LLM Deployment Fails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🚨 Hallucination Traps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Models fall for deceptive or counterfactual premises (e.g. 'Da Vinci's iPhone in 1503') and generate confident, fabricated claims that erode user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🔓 Jailbreak &amp; Delimiter Injection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Users exploit persona prompts (like DAN v12) or delimiter injections ([ADMIN OVERRIDE]) to bypass guardrails and leak internal system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💥 Schema &amp; Constraint Drift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Production microservices need clean JSON. Models frequently include conversational markdown fences (```json) or violate negative constraints, breaking downstream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⏱️ Hidden Latency &amp; Token Economics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Engineers lack unified side-by-side visibility into Time to First Token (TTFT), real token throughput, and exact query cost across competing LLM architectures.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02. ARCHITECTURE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Solution: LLM Reliability Lab Arena &amp; Test 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⚔️ Multi-Model Battle Arena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Compare 2 to 3 frontier models (Gemini 2.5 Flash, GPT-4o Mini, Llama 3.3, Claude 3.5, DeepSeek R1) simultaneously with client-side TTFT, latency, and query cost profiling.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🧪 Automated Stress-Testing Battery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Pre-engineered test vectors across 4 failure categories: Hallucinations, Red-Teaming Jailbreaks, Strict Schema Formatting, and Counterfactual Reasoning.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📊 Model Reliability Index (MRI™)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Algorithmic grading engine (0–100) that evaluates truthfulness, security defense, formatting compliance, and latency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🏷️ AI Safety Nutrition Labels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One-click exportable official audit sheets (PDF &amp; Markdown) formatted like FDA nutrition facts, mapped to NIST AI RMF and EU AI Act baselines.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03. INNOVATION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Uniqueness &amp; Competitive Edge: Why We Stand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1. FDA-Style Nutrition Facts for AI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While other tools spit out confusing log files, we generate standardized, executive-ready 1-page PDF compliance labels showing risk percentages and operational economics.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2. Multi-Axis Geometric Spider Graphs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5-axis radar chart showing normalized trade-offs across Truthfulness, Jailbreak Defense, Schema Adherence, Speed, and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3. Zero-Barrier Judging Engine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Hackathon judges can test all features, diff views, and export cards immediately without needing an API key, or connect live Gemini keys seamlessly.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493776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4. Strategy Diffing &amp; CoT Trace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Direct textual diff between competing models and dedicated collapsible view for chain-of-thought reasoning models (e.g. DeepSeek R1).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04. TECH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 &amp; Production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62895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Frontend &amp; App Framework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React 19, TypeScript, Vite, Tailwind CSS v4, Lucide Icons, Framer 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62895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2432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Data Visualization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Recharts (Multi-axis Radar Charts, Latency Bar Charts, Pareto Matrices)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10362895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58444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Client-Side PDF &amp; Audit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jsPDF &amp; html2canvas (In-browser canvas vector rendering for instant PDF export)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10362895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54456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Frontier AI Models Evaluated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Google Gemini 2.5 Flash, OpenAI GPT-4o Mini, Meta Llama 3.3 70B, Claude 3.5, DeepSeek R1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94960"/>
            <a:ext cx="10362895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50468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Deployment &amp; DevOps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Vercel Edge Network, Git, GitHub Actions, 100% Client-Side Private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05. CONCLUSION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Try LLM Reliability Lab Live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8FAFC"/>
                </a:solidFill>
              </a:defRPr>
            </a:pPr>
            <a:r>
              <a:t>🎯 Hackathon Deliverables &amp; Quick Links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🌐 Live Deployment URL: https://llm-reliability-lab-seven.vercel.app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💻 GitHub Repository: https://github.com/TechPrateek/LLM-Reliability-Lab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⚡ Key Highlights: Full stress-testing battery, side-by-side arena, 5-axis spider radar, and downloadable 1-page PDF Nutrition Label.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👥 Target Audience: AI Engineers, Red-Team Security Researchers, and Enterprise Compliance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